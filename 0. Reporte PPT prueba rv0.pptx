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4" r:id="rId3"/>
    <p:sldId id="257" r:id="rId4"/>
    <p:sldId id="262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5898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85726-45C5-4108-A7E4-A5D43C85F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7AB45F-CC28-6699-74B4-2F0FFBE07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167A1A-8355-F7F7-5C9D-CE2B11E66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59268-CD2D-3F55-0358-A84ADE3B30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09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640080" y="187452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D3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SUPERVISOR. FELIX ZAVALA TIMANA.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94360" y="22128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3500" b="1" noProof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Reporte de Guardia</a:t>
            </a:r>
            <a:endParaRPr lang="es-PE" sz="3500" noProof="0"/>
          </a:p>
        </p:txBody>
      </p:sp>
      <p:sp>
        <p:nvSpPr>
          <p:cNvPr id="6" name="Text 2"/>
          <p:cNvSpPr/>
          <p:nvPr/>
        </p:nvSpPr>
        <p:spPr>
          <a:xfrm>
            <a:off x="640079" y="2999232"/>
            <a:ext cx="27334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y 23 de Agosto 2026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640080" y="3886200"/>
            <a:ext cx="7589520" cy="1325880"/>
          </a:xfrm>
          <a:prstGeom prst="roundRect">
            <a:avLst>
              <a:gd name="adj" fmla="val 4828"/>
            </a:avLst>
          </a:prstGeom>
          <a:solidFill>
            <a:srgbClr val="173A5E">
              <a:alpha val="88000"/>
            </a:srgbClr>
          </a:solidFill>
          <a:ln w="12700">
            <a:solidFill>
              <a:srgbClr val="2B567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4"/>
          <p:cNvSpPr/>
          <p:nvPr/>
        </p:nvSpPr>
        <p:spPr>
          <a:xfrm>
            <a:off x="914400" y="4069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D3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Talleres supervisados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14400" y="4434840"/>
            <a:ext cx="6995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Compresión · Generación · Movimiento de suelos / Remoción · Gasfitería, ductos y tanques · Energía / Montaje / Flota / Mecánica / Instrumentación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0080" y="6272784"/>
            <a:ext cx="1371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oigperu.com</a:t>
            </a:r>
            <a:endParaRPr lang="en-US" sz="1050" dirty="0"/>
          </a:p>
        </p:txBody>
      </p:sp>
      <p:pic>
        <p:nvPicPr>
          <p:cNvPr id="12" name="Google Shape;54;p13">
            <a:extLst>
              <a:ext uri="{FF2B5EF4-FFF2-40B4-BE49-F238E27FC236}">
                <a16:creationId xmlns:a16="http://schemas.microsoft.com/office/drawing/2014/main" id="{62F61344-8BC1-4921-D000-9EBDDBA3E1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0518" r="11582" b="5603"/>
          <a:stretch/>
        </p:blipFill>
        <p:spPr>
          <a:xfrm>
            <a:off x="1256000" y="1"/>
            <a:ext cx="10936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59;p13">
            <a:extLst>
              <a:ext uri="{FF2B5EF4-FFF2-40B4-BE49-F238E27FC236}">
                <a16:creationId xmlns:a16="http://schemas.microsoft.com/office/drawing/2014/main" id="{CDD3D848-47C1-6098-1DC6-4D02DFC1E55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766" y="449997"/>
            <a:ext cx="1729201" cy="372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25938-C198-9F9E-5C0A-330DAFFB0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2EE98027-E4BD-7235-ABD2-EE68A60734D8}"/>
              </a:ext>
            </a:extLst>
          </p:cNvPr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E174473B-1CC0-B809-B27D-DFF1397CB208}"/>
              </a:ext>
            </a:extLst>
          </p:cNvPr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CFD06CDD-F4BB-75C3-B138-E4D64821CBC9}"/>
              </a:ext>
            </a:extLst>
          </p:cNvPr>
          <p:cNvSpPr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750" noProof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 de Guardia | </a:t>
            </a:r>
            <a:r>
              <a:rPr lang="es-PE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Agosto</a:t>
            </a:r>
            <a:r>
              <a:rPr lang="es-PE" sz="750" noProof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2026</a:t>
            </a:r>
            <a:endParaRPr lang="es-PE" sz="750" noProof="0" dirty="0"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EBE1DFAA-3AF3-242D-AB64-00382260223B}"/>
              </a:ext>
            </a:extLst>
          </p:cNvPr>
          <p:cNvSpPr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E482050-DDA0-3A45-9BC3-238828D04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" y="109727"/>
            <a:ext cx="12192000" cy="596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507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8" name="Shape 4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9" name="Text 46"/>
          <p:cNvSpPr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750" noProof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 de Guardia | </a:t>
            </a:r>
            <a:r>
              <a:rPr lang="es-PE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Agosto</a:t>
            </a:r>
            <a:r>
              <a:rPr lang="es-PE" sz="750" noProof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2026</a:t>
            </a:r>
            <a:endParaRPr lang="es-PE" sz="750" noProof="0" dirty="0"/>
          </a:p>
        </p:txBody>
      </p:sp>
      <p:sp>
        <p:nvSpPr>
          <p:cNvPr id="50" name="Text 47"/>
          <p:cNvSpPr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52FD217-F0F3-4CA1-8292-35FB9E969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50" y="310897"/>
            <a:ext cx="10470692" cy="6219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1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5059680" y="0"/>
            <a:ext cx="7132320" cy="4754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3130711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3000" b="1" noProof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Muchas Gracias</a:t>
            </a:r>
            <a:endParaRPr lang="es-PE" sz="3000" noProof="0"/>
          </a:p>
        </p:txBody>
      </p:sp>
      <p:sp>
        <p:nvSpPr>
          <p:cNvPr id="15" name="Text 11"/>
          <p:cNvSpPr/>
          <p:nvPr/>
        </p:nvSpPr>
        <p:spPr>
          <a:xfrm>
            <a:off x="658368" y="63276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oigperu.com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700" dirty="0">
            <a:latin typeface="Inter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</TotalTime>
  <Words>68</Words>
  <Application>Microsoft Office PowerPoint</Application>
  <PresentationFormat>Panorámica</PresentationFormat>
  <Paragraphs>16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OIG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Fiscalización de Contratos - Energía - Junio 2026 - versión mejorada</dc:title>
  <dc:subject>Fiscalización de Contratos - Energía - Junio 2026</dc:subject>
  <dc:creator>OpenAI</dc:creator>
  <cp:lastModifiedBy>ALUMNO - ALEJANDRO JUNIOR FIESTAS PALOMINO</cp:lastModifiedBy>
  <cp:revision>53</cp:revision>
  <dcterms:created xsi:type="dcterms:W3CDTF">2026-06-23T13:51:09Z</dcterms:created>
  <dcterms:modified xsi:type="dcterms:W3CDTF">2026-09-17T20:28:42Z</dcterms:modified>
</cp:coreProperties>
</file>